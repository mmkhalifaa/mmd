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Thinks, Plans, and Acts — With Humans in Control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chatbots to proactive AI agents — and why human oversight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them better, not slower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Agentic AI?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 Definition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can independently pursue complex goals — planning its approach, using tools, making decisions, and adapting when things go wrong — without needing a human to guide every step.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34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This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983480" y="18288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is like a calculator — you press buttons, it responds.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like a skilled colleague — you give them a goal, and they figure out how to get it done.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383280"/>
            <a:ext cx="19202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566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697480" y="3383280"/>
            <a:ext cx="19202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5661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974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846320" y="3383280"/>
            <a:ext cx="19202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5661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63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995160" y="3383280"/>
            <a:ext cx="192024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356616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951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Human-supervised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AI vs. Agentic AI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2331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shift: humans go from doing the work to setting the goal.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3794760"/>
            <a:ext cx="384048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Before: Human as Operator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prompt → review → act → repeat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single subtask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3794760"/>
            <a:ext cx="3840480" cy="1005840"/>
          </a:xfrm>
          <a:prstGeom prst="rect">
            <a:avLst/>
          </a:prstGeom>
          <a:solidFill>
            <a:srgbClr val="0C4A6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After: Human as Supervisor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 → agent handles the work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key decisions only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in a continuous cycle — not a one-shot response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6400800" cy="2057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429000"/>
            <a:ext cx="80467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Perceive: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information from environment and tools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Reason: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data, form a plan of action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using tools (APIs, code, search)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Observe: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 against the goal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Adapt: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approach if needed, then loop again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that make an AI system truly agentic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832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me a trip" → breaks into: find flights, compare hotels, check calendar, book, confirm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606040" y="33832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APIs, run code, search the web, read/write files, send emails — just like a human worker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54880" y="33832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what it already tried, what worked, what failed — doesn't repeat mistakes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03720" y="33832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output doesn't look right" → re-examines approach, tries a different strategy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Autonomy Spectrum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 is equally autonomous — and that's by design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Level 3 is the Sweet Spot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handles 90% of the work autonomously — all the routine research, drafting, analysis, and iteration. Humans only step in for high-stakes decisions: approving a $50K purchase, signing off on a legal document, or deploying to production. This means humans spend their time on judgment, not grunt work.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Human-in-the-Loop: More Efficient, Not Less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77240"/>
            <a:ext cx="8869680" cy="2697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703320"/>
            <a:ext cx="80467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3749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doesn't mean humans do more work. It means humans do </a:t>
            </a:r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— the high-judgment, high-stakes decisions that actually matter. Everything else, the agent handles. The result: faster delivery, higher quality, and humans stay in control of what counts.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Customer Onboarding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handles data gathering and processing — humans approve risk decisions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880360"/>
            <a:ext cx="384048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Does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application and parses all fields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credit reports from multiple bureaus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via document matching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preliminary risk scoring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offer terms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54880" y="2880360"/>
            <a:ext cx="3840480" cy="192024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175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Humans Step In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98348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applications that exceed risk thresholds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on regulatory requirements before offer goes out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process → 2 hours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Software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codes, tests, and iterates — humans approve architecture and deployments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880360"/>
            <a:ext cx="384048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Does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7724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requirements and designs solution architecture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implementation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runs test suites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failing tests, iterates until green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staging environment for review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54880" y="2880360"/>
            <a:ext cx="3840480" cy="192024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175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Humans Step In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98348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 reviews architecture decisions and code quality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before pushing to live users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 → 2 days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Real-World 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100+ papers, synthesizes findings, drafts report. Human reviews conclusions.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237744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Hours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96012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972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resolves tickets end-to-end: diagnose, troubleshoot, fix. Escalates edge cases to human.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29000" y="237744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3 min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96012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Document Review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reviews contracts, flags risks, suggests edits. Lawyer approves final redlines.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237744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0" name="Text 15"/>
          <p:cNvSpPr/>
          <p:nvPr/>
        </p:nvSpPr>
        <p:spPr>
          <a:xfrm>
            <a:off x="626364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→ 45 min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297180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Analysis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9436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pulls data, builds models, generates insights. Analyst validates key assumptions.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" y="438912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6" name="Text 20"/>
          <p:cNvSpPr/>
          <p:nvPr/>
        </p:nvSpPr>
        <p:spPr>
          <a:xfrm>
            <a:off x="59436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→ 1 day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91840" y="297180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1089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86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Operations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342900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monitors systems, diagnoses issues, applies fixes. Human approves infrastructure changes.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429000" y="438912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2" name="Text 25"/>
          <p:cNvSpPr/>
          <p:nvPr/>
        </p:nvSpPr>
        <p:spPr>
          <a:xfrm>
            <a:off x="342900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Minutes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126480" y="2971800"/>
            <a:ext cx="2651760" cy="1783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10896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20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Campaigns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626364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copy, A/B tests, optimizes targeting. Human approves brand messaging.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263640" y="4389120"/>
            <a:ext cx="237744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8" name="Text 30"/>
          <p:cNvSpPr/>
          <p:nvPr/>
        </p:nvSpPr>
        <p:spPr>
          <a:xfrm>
            <a:off x="626364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→ 2 days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Human-in-the-Loop Makes Agents Better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Errors Before They Matter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hallucinate or drift. Human checkpoints catch mistakes before they become expensive. A 30-second review prevents a 30-hour cleanup.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84048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Than Fully Manual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3776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agents: humans do 100% of the work. With agents + HITL: humans do ~10% — just the high-judgment parts. Same quality, fraction of the time.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384048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Trust Gradually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more checkpoints, reduce them as confidence grows. Teams adopt AI faster when they feel in control. Trust is earned, not assumed.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926080"/>
            <a:ext cx="384048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Outcomes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776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intuition + AI speed = results neither could achieve alone. Humans catch nuance. Agents handle scale. Together, they're unbeatable.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to Navigate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powerful — but responsible deployment requires addressing these head-on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984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16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Compounding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step early on can cascade through the entire workflow. Checkpoints and validation layers are essential.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99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947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2212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an agent made a specific decision is critical for debugging and trust. Explainability tooling is still evolving.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65176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6148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Boundaries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8720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can use tools and access systems need carefully scoped permissions. Principle of least privilege is non-negotiable.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8328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9300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Management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8872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can run many iterations. Without guardrails on compute and API calls, costs can spiral unexpectedly.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245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88720" y="4407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agent performance is harder than measuring a single model response. New benchmarks and testing frameworks are needed.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51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the shift from AI-as-tool to AI-as-collaborator. It plans, acts, and adapts autonomously.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828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doesn't slow things down — it makes agents dramatically more efficient by letting humans focus on judgment instead of grunt work.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 is Level 3 autonomy: agents handle routine execution, humans approve high-stakes decisions.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383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is already here: 8-10x efficiency gains in software, research, operations, and more.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519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means checkpoints, scoped permissions, transparency, and gradually earned trust.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Agentic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657600" y="283464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evolving from tools we operate to agents that work alongside us.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don't do less — they do what matters most.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to adopt agentic AI.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to build the right partnership between human judgment and AI capability.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— The Next Frontier</dc:title>
  <dc:subject>PptxGenJS Presentation</dc:subject>
  <dc:creator>Claude</dc:creator>
  <cp:lastModifiedBy>Claude</cp:lastModifiedBy>
  <cp:revision>1</cp:revision>
  <dcterms:created xsi:type="dcterms:W3CDTF">2026-04-09T21:17:54Z</dcterms:created>
  <dcterms:modified xsi:type="dcterms:W3CDTF">2026-04-09T21:17:54Z</dcterms:modified>
</cp:coreProperties>
</file>